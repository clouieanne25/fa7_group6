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FA 7: Campus-Related 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31891"/>
            <a:ext cx="8229600" cy="4525963"/>
          </a:xfrm>
        </p:spPr>
        <p:txBody>
          <a:bodyPr/>
          <a:lstStyle/>
          <a:p>
            <a:pPr>
              <a:defRPr sz="2400"/>
            </a:pPr>
            <a:r>
              <a:rPr dirty="0"/>
              <a:t>Part 2 – Applying Normal Distribution on Campus</a:t>
            </a:r>
          </a:p>
          <a:p>
            <a:pPr>
              <a:defRPr sz="2400"/>
            </a:pPr>
            <a:r>
              <a:rPr dirty="0"/>
              <a:t>Variable: Weight of Students' Backpacks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 analyze 50 backpack-weight observations and apply the normal distribution using the sample mean and standard deviation.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50 responses collected through Google Forms</a:t>
            </a:r>
          </a:p>
          <a:p>
            <a:pPr>
              <a:defRPr sz="2400"/>
            </a:pPr>
            <a:r>
              <a:t>• Variable measured: backpack weight in kilograms</a:t>
            </a:r>
          </a:p>
          <a:p>
            <a:pPr>
              <a:defRPr sz="2400"/>
            </a:pPr>
            <a:r>
              <a:t>• Data summarized using a frequency distribution and graphs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Sample size: 50</a:t>
            </a:r>
          </a:p>
          <a:p>
            <a:pPr>
              <a:defRPr sz="2400"/>
            </a:pPr>
            <a:r>
              <a:t>Mean (μ): 3.17 kg</a:t>
            </a:r>
          </a:p>
          <a:p>
            <a:pPr>
              <a:defRPr sz="2400"/>
            </a:pPr>
            <a:r>
              <a:t>Sample SD (σ): 0.98 kg</a:t>
            </a:r>
          </a:p>
          <a:p>
            <a:pPr>
              <a:defRPr sz="2400"/>
            </a:pPr>
            <a:r>
              <a:t>Minimum: 1.0 kg</a:t>
            </a:r>
          </a:p>
          <a:p>
            <a:pPr>
              <a:defRPr sz="2400"/>
            </a:pPr>
            <a:r>
              <a:t>Maximum: 5.2 kg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highest observed frequency is 3.0 kg (12 responses, 24%).</a:t>
            </a:r>
          </a:p>
          <a:p>
            <a:pPr>
              <a:defRPr sz="2400"/>
            </a:pPr>
            <a:r>
              <a:t>The data are centered around roughly 3 kg but are not perfectly normal.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 ± Standard Deviation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Within 1σ: 66.00% of observations</a:t>
            </a:r>
          </a:p>
          <a:p>
            <a:pPr>
              <a:defRPr sz="2400"/>
            </a:pPr>
            <a:r>
              <a:t>Within 2σ: 94.00%</a:t>
            </a:r>
          </a:p>
          <a:p>
            <a:pPr>
              <a:defRPr sz="2400"/>
            </a:pPr>
            <a:r>
              <a:t>Within 3σ: 100.00%</a:t>
            </a:r>
          </a:p>
          <a:p>
            <a:pPr>
              <a:defRPr sz="2400"/>
            </a:pPr>
            <a:r>
              <a:t>These are observed sample percentages, not assumed 68–95–99.7%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238"/>
            <a:ext cx="8229600" cy="1143000"/>
          </a:xfrm>
        </p:spPr>
        <p:txBody>
          <a:bodyPr/>
          <a:lstStyle/>
          <a:p>
            <a:r>
              <a:rPr dirty="0"/>
              <a:t>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54F92-87D8-620F-7F6B-821DE6171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3061"/>
            <a:ext cx="8051005" cy="50318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C590-1EDA-B441-A2A8-08A5C530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6B79FA-181A-7CFE-4AAD-43F3C1BB5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470" y="1069258"/>
            <a:ext cx="7973059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62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Encourage students to bring only necessary materials.</a:t>
            </a:r>
          </a:p>
          <a:p>
            <a:pPr>
              <a:defRPr sz="2400"/>
            </a:pPr>
            <a:r>
              <a:t>• Consider digital materials or storage options when appropriate.</a:t>
            </a:r>
          </a:p>
          <a:p>
            <a:pPr>
              <a:defRPr sz="2400"/>
            </a:pPr>
            <a:r>
              <a:t>• Use the results as a basis for discussing backpack load and student comfort.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sample shows that backpack weights vary, with many observations around 3 kg. A normal curve provides a useful reference, but the actual data are not perfectly normal.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228</Words>
  <Application>Microsoft Office PowerPoint</Application>
  <PresentationFormat>On-screen Show (4:3)</PresentationFormat>
  <Paragraphs>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FA 7: Campus-Related Statistical Analysis</vt:lpstr>
      <vt:lpstr>Objective</vt:lpstr>
      <vt:lpstr>Data Collection</vt:lpstr>
      <vt:lpstr>Descriptive Statistics</vt:lpstr>
      <vt:lpstr>Distribution</vt:lpstr>
      <vt:lpstr>Mean ± Standard Deviation</vt:lpstr>
      <vt:lpstr>Graph</vt:lpstr>
      <vt:lpstr>PowerPoint Presentation</vt:lpstr>
      <vt:lpstr>Real-Life Implications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Francis Jhey Mago</cp:lastModifiedBy>
  <cp:revision>2</cp:revision>
  <dcterms:created xsi:type="dcterms:W3CDTF">2013-01-27T09:14:16Z</dcterms:created>
  <dcterms:modified xsi:type="dcterms:W3CDTF">2026-10-07T22:58:56Z</dcterms:modified>
  <cp:category/>
</cp:coreProperties>
</file>